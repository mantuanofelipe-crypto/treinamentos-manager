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2192000" cy="216741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D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10" y="-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a Abrao" userId="0cd23b9471334910" providerId="LiveId" clId="{5849AE92-B338-4978-B06F-80CAFE12E42B}"/>
    <pc:docChg chg="undo custSel modSld">
      <pc:chgData name="Rafaela Abrao" userId="0cd23b9471334910" providerId="LiveId" clId="{5849AE92-B338-4978-B06F-80CAFE12E42B}" dt="2026-04-24T20:31:26.850" v="658" actId="20577"/>
      <pc:docMkLst>
        <pc:docMk/>
      </pc:docMkLst>
      <pc:sldChg chg="modSp mod">
        <pc:chgData name="Rafaela Abrao" userId="0cd23b9471334910" providerId="LiveId" clId="{5849AE92-B338-4978-B06F-80CAFE12E42B}" dt="2026-04-24T20:31:26.850" v="658" actId="20577"/>
        <pc:sldMkLst>
          <pc:docMk/>
          <pc:sldMk cId="4290201562" sldId="256"/>
        </pc:sldMkLst>
        <pc:spChg chg="mod">
          <ac:chgData name="Rafaela Abrao" userId="0cd23b9471334910" providerId="LiveId" clId="{5849AE92-B338-4978-B06F-80CAFE12E42B}" dt="2026-04-24T19:11:21.074" v="615" actId="20577"/>
          <ac:spMkLst>
            <pc:docMk/>
            <pc:sldMk cId="4290201562" sldId="256"/>
            <ac:spMk id="2" creationId="{F5C4FB5E-5AFD-5497-3EB2-7F145B0AFBFD}"/>
          </ac:spMkLst>
        </pc:spChg>
        <pc:spChg chg="mod">
          <ac:chgData name="Rafaela Abrao" userId="0cd23b9471334910" providerId="LiveId" clId="{5849AE92-B338-4978-B06F-80CAFE12E42B}" dt="2026-04-24T20:31:26.850" v="658" actId="20577"/>
          <ac:spMkLst>
            <pc:docMk/>
            <pc:sldMk cId="4290201562" sldId="256"/>
            <ac:spMk id="10" creationId="{656A00A2-23F2-FA26-8F17-3E58116F9A71}"/>
          </ac:spMkLst>
        </pc:spChg>
        <pc:spChg chg="mod">
          <ac:chgData name="Rafaela Abrao" userId="0cd23b9471334910" providerId="LiveId" clId="{5849AE92-B338-4978-B06F-80CAFE12E42B}" dt="2026-04-24T19:09:36.735" v="579" actId="20577"/>
          <ac:spMkLst>
            <pc:docMk/>
            <pc:sldMk cId="4290201562" sldId="256"/>
            <ac:spMk id="20" creationId="{E48D7057-7071-0769-58E1-D623E323853F}"/>
          </ac:spMkLst>
        </pc:spChg>
        <pc:spChg chg="mod">
          <ac:chgData name="Rafaela Abrao" userId="0cd23b9471334910" providerId="LiveId" clId="{5849AE92-B338-4978-B06F-80CAFE12E42B}" dt="2026-04-24T19:10:59.382" v="594" actId="20577"/>
          <ac:spMkLst>
            <pc:docMk/>
            <pc:sldMk cId="4290201562" sldId="256"/>
            <ac:spMk id="23" creationId="{D75D023C-A106-483A-0346-757FD50D42D3}"/>
          </ac:spMkLst>
        </pc:spChg>
        <pc:spChg chg="mod">
          <ac:chgData name="Rafaela Abrao" userId="0cd23b9471334910" providerId="LiveId" clId="{5849AE92-B338-4978-B06F-80CAFE12E42B}" dt="2026-04-24T19:11:35.568" v="655" actId="20577"/>
          <ac:spMkLst>
            <pc:docMk/>
            <pc:sldMk cId="4290201562" sldId="256"/>
            <ac:spMk id="32" creationId="{6599A944-CA5A-3249-B521-0B8947C042F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547135"/>
            <a:ext cx="10363200" cy="7545811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1383941"/>
            <a:ext cx="9144000" cy="5232898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EC68C-CFA0-416E-A56D-ABAA0595D527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8AA6-0230-4DF9-894B-C0DD47531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515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EC68C-CFA0-416E-A56D-ABAA0595D527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8AA6-0230-4DF9-894B-C0DD47531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87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5403489"/>
            <a:ext cx="10515600" cy="9015838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504620"/>
            <a:ext cx="10515600" cy="474121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EC68C-CFA0-416E-A56D-ABAA0595D527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8AA6-0230-4DF9-894B-C0DD47531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4817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769736"/>
            <a:ext cx="5181600" cy="137520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5769736"/>
            <a:ext cx="5181600" cy="137520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EC68C-CFA0-416E-A56D-ABAA0595D527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8AA6-0230-4DF9-894B-C0DD47531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450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153952"/>
            <a:ext cx="10515600" cy="418933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5313176"/>
            <a:ext cx="5157787" cy="260390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7917081"/>
            <a:ext cx="5157787" cy="1164483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5313176"/>
            <a:ext cx="5183188" cy="260390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7917081"/>
            <a:ext cx="5183188" cy="1164483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EC68C-CFA0-416E-A56D-ABAA0595D527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8AA6-0230-4DF9-894B-C0DD47531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99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EC68C-CFA0-416E-A56D-ABAA0595D527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8AA6-0230-4DF9-894B-C0DD47531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3427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EC68C-CFA0-416E-A56D-ABAA0595D527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8AA6-0230-4DF9-894B-C0DD47531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617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44942"/>
            <a:ext cx="3932237" cy="505729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120679"/>
            <a:ext cx="6172200" cy="15402686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6502241"/>
            <a:ext cx="3932237" cy="1204620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EC68C-CFA0-416E-A56D-ABAA0595D527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8AA6-0230-4DF9-894B-C0DD47531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2834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444942"/>
            <a:ext cx="3932237" cy="505729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120679"/>
            <a:ext cx="6172200" cy="15402686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6502241"/>
            <a:ext cx="3932237" cy="1204620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EC68C-CFA0-416E-A56D-ABAA0595D527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8AA6-0230-4DF9-894B-C0DD47531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27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EC68C-CFA0-416E-A56D-ABAA0595D527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8AA6-0230-4DF9-894B-C0DD47531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1935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153947"/>
            <a:ext cx="2628900" cy="1836783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153947"/>
            <a:ext cx="7734300" cy="1836783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EC68C-CFA0-416E-A56D-ABAA0595D527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A8AA6-0230-4DF9-894B-C0DD47531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815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153952"/>
            <a:ext cx="10515600" cy="418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769736"/>
            <a:ext cx="10515600" cy="13752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0088720"/>
            <a:ext cx="27432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6EC68C-CFA0-416E-A56D-ABAA0595D527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0088720"/>
            <a:ext cx="41148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0088720"/>
            <a:ext cx="27432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8A8AA6-0230-4DF9-894B-C0DD47531F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505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treinamento@deskgraphics.com.br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E044183-0E5E-C8DF-781F-57C574791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" r="100"/>
          <a:stretch/>
        </p:blipFill>
        <p:spPr>
          <a:xfrm>
            <a:off x="-3" y="2729026"/>
            <a:ext cx="12192003" cy="8144329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DF743F7-E87A-C0EE-DB25-4F71E89CD10A}"/>
              </a:ext>
            </a:extLst>
          </p:cNvPr>
          <p:cNvSpPr/>
          <p:nvPr/>
        </p:nvSpPr>
        <p:spPr>
          <a:xfrm>
            <a:off x="0" y="2703532"/>
            <a:ext cx="12192000" cy="8166195"/>
          </a:xfrm>
          <a:prstGeom prst="rect">
            <a:avLst/>
          </a:prstGeom>
          <a:solidFill>
            <a:schemeClr val="bg1">
              <a:lumMod val="6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 descr="Ícone&#10;&#10;Descrição gerada automaticamente">
            <a:extLst>
              <a:ext uri="{FF2B5EF4-FFF2-40B4-BE49-F238E27FC236}">
                <a16:creationId xmlns:a16="http://schemas.microsoft.com/office/drawing/2014/main" id="{4EF66365-CE31-5117-52E4-4B68D734D2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524" y="578097"/>
            <a:ext cx="5588952" cy="1248734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7D0A3CE-2E9F-895A-85BC-32D1892D4E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852" y="10869727"/>
            <a:ext cx="5826294" cy="69556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B450378-D2A7-109C-A19E-E0A237C152D5}"/>
              </a:ext>
            </a:extLst>
          </p:cNvPr>
          <p:cNvSpPr/>
          <p:nvPr/>
        </p:nvSpPr>
        <p:spPr>
          <a:xfrm>
            <a:off x="498020" y="4540168"/>
            <a:ext cx="6359980" cy="620486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D5D0774F-29DD-5878-258F-6EE77D7CA990}"/>
              </a:ext>
            </a:extLst>
          </p:cNvPr>
          <p:cNvSpPr/>
          <p:nvPr/>
        </p:nvSpPr>
        <p:spPr>
          <a:xfrm>
            <a:off x="480472" y="3730954"/>
            <a:ext cx="3532727" cy="620486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4400"/>
          </a:p>
        </p:txBody>
      </p:sp>
      <p:pic>
        <p:nvPicPr>
          <p:cNvPr id="16" name="Imagem 15" descr="Desenho de uma placa&#10;&#10;Descrição gerada automaticamente com confiança média">
            <a:extLst>
              <a:ext uri="{FF2B5EF4-FFF2-40B4-BE49-F238E27FC236}">
                <a16:creationId xmlns:a16="http://schemas.microsoft.com/office/drawing/2014/main" id="{43F1EBD3-9F1A-DE2B-2AFB-B490657A08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1854" y="2285396"/>
            <a:ext cx="2848289" cy="455727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308CF2C3-29BC-7608-4DD6-EC1B0368A9EE}"/>
              </a:ext>
            </a:extLst>
          </p:cNvPr>
          <p:cNvSpPr txBox="1"/>
          <p:nvPr/>
        </p:nvSpPr>
        <p:spPr>
          <a:xfrm>
            <a:off x="670975" y="3590640"/>
            <a:ext cx="83070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CONVITE </a:t>
            </a:r>
          </a:p>
          <a:p>
            <a:r>
              <a:rPr lang="pt-BR" sz="54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 TREINAMENTO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48D7057-7071-0769-58E1-D623E323853F}"/>
              </a:ext>
            </a:extLst>
          </p:cNvPr>
          <p:cNvSpPr txBox="1"/>
          <p:nvPr/>
        </p:nvSpPr>
        <p:spPr>
          <a:xfrm>
            <a:off x="482215" y="11891976"/>
            <a:ext cx="11156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bg1">
                    <a:lumMod val="50000"/>
                  </a:schemeClr>
                </a:solidFill>
                <a:latin typeface="Roboto "/>
                <a:ea typeface="Roboto Black" panose="02000000000000000000" pitchFamily="2" charset="0"/>
              </a:rPr>
              <a:t>Caro(a) aluno(a), você foi inscrito(a) para participar do treinamento de &lt;Nome do curso&gt;. 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B9E976F-3B34-8C4C-D528-2C692ECD7704}"/>
              </a:ext>
            </a:extLst>
          </p:cNvPr>
          <p:cNvSpPr txBox="1"/>
          <p:nvPr/>
        </p:nvSpPr>
        <p:spPr>
          <a:xfrm>
            <a:off x="664762" y="13243968"/>
            <a:ext cx="108335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Venha participar dessa jornada de conhecimento com a </a:t>
            </a:r>
            <a:r>
              <a:rPr lang="pt-BR" sz="2400" dirty="0" err="1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Deskgraphics</a:t>
            </a:r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! Para esclarecimento de dúvidas contatar: </a:t>
            </a:r>
            <a:r>
              <a:rPr lang="pt-BR" sz="2400" dirty="0">
                <a:latin typeface="Roboto Light" panose="02000000000000000000" pitchFamily="2" charset="0"/>
                <a:ea typeface="Roboto Light" panose="02000000000000000000" pitchFamily="2" charset="0"/>
                <a:hlinkClick r:id="rId6"/>
              </a:rPr>
              <a:t>treinamento@deskgraphics.com.br</a:t>
            </a:r>
            <a:r>
              <a:rPr lang="pt-BR" sz="240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F436A76-B8B3-3D9F-AE7C-313BD0D7685D}"/>
              </a:ext>
            </a:extLst>
          </p:cNvPr>
          <p:cNvSpPr txBox="1"/>
          <p:nvPr/>
        </p:nvSpPr>
        <p:spPr>
          <a:xfrm>
            <a:off x="432255" y="14352402"/>
            <a:ext cx="11090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TREINAMENTO AO VIVO ON-LINE</a:t>
            </a:r>
          </a:p>
        </p:txBody>
      </p:sp>
      <p:pic>
        <p:nvPicPr>
          <p:cNvPr id="28" name="Imagem 27" descr="Ícone&#10;&#10;Descrição gerada automaticamente">
            <a:extLst>
              <a:ext uri="{FF2B5EF4-FFF2-40B4-BE49-F238E27FC236}">
                <a16:creationId xmlns:a16="http://schemas.microsoft.com/office/drawing/2014/main" id="{8EC34E9B-3FF4-F2A7-4F3B-EF173F9A5F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58" y="16672068"/>
            <a:ext cx="975506" cy="4671887"/>
          </a:xfrm>
          <a:prstGeom prst="rect">
            <a:avLst/>
          </a:prstGeom>
        </p:spPr>
      </p:pic>
      <p:sp>
        <p:nvSpPr>
          <p:cNvPr id="30" name="Retângulo 29">
            <a:extLst>
              <a:ext uri="{FF2B5EF4-FFF2-40B4-BE49-F238E27FC236}">
                <a16:creationId xmlns:a16="http://schemas.microsoft.com/office/drawing/2014/main" id="{D3AAEA4A-FD92-C5D9-006D-EDD2875BBEF2}"/>
              </a:ext>
            </a:extLst>
          </p:cNvPr>
          <p:cNvSpPr/>
          <p:nvPr/>
        </p:nvSpPr>
        <p:spPr>
          <a:xfrm>
            <a:off x="1434190" y="16672069"/>
            <a:ext cx="3476477" cy="46718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599A944-CA5A-3249-B521-0B8947C042F7}"/>
              </a:ext>
            </a:extLst>
          </p:cNvPr>
          <p:cNvSpPr txBox="1"/>
          <p:nvPr/>
        </p:nvSpPr>
        <p:spPr>
          <a:xfrm>
            <a:off x="5193290" y="17808176"/>
            <a:ext cx="7126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&lt;Instrutor&gt;..................................................</a:t>
            </a:r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Instrutor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677D39D-C449-E003-5502-4B002440AA4C}"/>
              </a:ext>
            </a:extLst>
          </p:cNvPr>
          <p:cNvSpPr txBox="1"/>
          <p:nvPr/>
        </p:nvSpPr>
        <p:spPr>
          <a:xfrm>
            <a:off x="5185538" y="18066016"/>
            <a:ext cx="66438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Técnico Especialista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A70703B5-AB01-88ED-6241-91CB482894A8}"/>
              </a:ext>
            </a:extLst>
          </p:cNvPr>
          <p:cNvSpPr txBox="1"/>
          <p:nvPr/>
        </p:nvSpPr>
        <p:spPr>
          <a:xfrm>
            <a:off x="5467844" y="19508672"/>
            <a:ext cx="607923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Aulas gravadas disponíveis em até 24 horas na nossa plataforma de vídeos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DeskHub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 </a:t>
            </a:r>
          </a:p>
          <a:p>
            <a:pPr algn="ctr"/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ctr"/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ctr"/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Acesse: </a:t>
            </a:r>
            <a:r>
              <a:rPr lang="pt-BR" sz="2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https://deskhub.deskgraphics.com.br</a:t>
            </a:r>
          </a:p>
          <a:p>
            <a:pPr algn="ctr"/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82CF19D-68A3-E899-10BD-7A90DCC1117A}"/>
              </a:ext>
            </a:extLst>
          </p:cNvPr>
          <p:cNvSpPr txBox="1"/>
          <p:nvPr/>
        </p:nvSpPr>
        <p:spPr>
          <a:xfrm>
            <a:off x="560958" y="14955107"/>
            <a:ext cx="10833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SERÁ TRANSMITIDO PELA PLATAFORMA MICROSOFT TEAMS</a:t>
            </a:r>
            <a:endParaRPr lang="pt-BR" sz="24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5C4FB5E-5AFD-5497-3EB2-7F145B0AFBFD}"/>
              </a:ext>
            </a:extLst>
          </p:cNvPr>
          <p:cNvSpPr txBox="1"/>
          <p:nvPr/>
        </p:nvSpPr>
        <p:spPr>
          <a:xfrm>
            <a:off x="1651053" y="17377289"/>
            <a:ext cx="291122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5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&lt;Dias da semana&gt;</a:t>
            </a:r>
          </a:p>
          <a:p>
            <a:pPr algn="ctr"/>
            <a:r>
              <a:rPr lang="pt-BR" sz="25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das &lt;Hora início&gt; às &lt;Hora fim&gt;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DAFD12C-9513-DA91-5B55-C200B17F9963}"/>
              </a:ext>
            </a:extLst>
          </p:cNvPr>
          <p:cNvSpPr/>
          <p:nvPr/>
        </p:nvSpPr>
        <p:spPr>
          <a:xfrm>
            <a:off x="5269474" y="19017284"/>
            <a:ext cx="6482261" cy="369332"/>
          </a:xfrm>
          <a:prstGeom prst="rect">
            <a:avLst/>
          </a:prstGeom>
          <a:solidFill>
            <a:srgbClr val="E8D3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387067BF-95EC-DF1E-25B7-0377BC3209C7}"/>
              </a:ext>
            </a:extLst>
          </p:cNvPr>
          <p:cNvSpPr txBox="1"/>
          <p:nvPr/>
        </p:nvSpPr>
        <p:spPr>
          <a:xfrm>
            <a:off x="5670371" y="19017284"/>
            <a:ext cx="5674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DISPONIBILIDADE DAS GRAVAÇÕES</a:t>
            </a:r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56A00A2-23F2-FA26-8F17-3E58116F9A71}"/>
              </a:ext>
            </a:extLst>
          </p:cNvPr>
          <p:cNvSpPr txBox="1"/>
          <p:nvPr/>
        </p:nvSpPr>
        <p:spPr>
          <a:xfrm>
            <a:off x="1020046" y="19720227"/>
            <a:ext cx="4173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Carga horária total</a:t>
            </a:r>
          </a:p>
          <a:p>
            <a:pPr algn="ctr"/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do treinamento: </a:t>
            </a:r>
          </a:p>
          <a:p>
            <a:pPr algn="ctr"/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&lt;Carga Horária&gt;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B18374A-3C96-3C54-BB24-DEE4919CD240}"/>
              </a:ext>
            </a:extLst>
          </p:cNvPr>
          <p:cNvSpPr/>
          <p:nvPr/>
        </p:nvSpPr>
        <p:spPr>
          <a:xfrm>
            <a:off x="432255" y="15694035"/>
            <a:ext cx="11319480" cy="69626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4435FB5-DE16-42DC-2CA1-B2DE112000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1568" y="10693051"/>
            <a:ext cx="5388864" cy="288036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D75D023C-A106-483A-0346-757FD50D42D3}"/>
              </a:ext>
            </a:extLst>
          </p:cNvPr>
          <p:cNvSpPr txBox="1"/>
          <p:nvPr/>
        </p:nvSpPr>
        <p:spPr>
          <a:xfrm>
            <a:off x="702819" y="15710966"/>
            <a:ext cx="10844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&lt;Data inicio&gt; a &lt;Data fim&gt;</a:t>
            </a:r>
          </a:p>
        </p:txBody>
      </p:sp>
    </p:spTree>
    <p:extLst>
      <p:ext uri="{BB962C8B-B14F-4D97-AF65-F5344CB8AC3E}">
        <p14:creationId xmlns:p14="http://schemas.microsoft.com/office/powerpoint/2010/main" val="42902015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nvite Inscrição" id="{5219C335-EECA-448B-BC43-D9104301502B}" vid="{610E916C-ECA8-4B54-8578-71C2AE90B0F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Convite Inscrição - MS PROJECT</Template>
  <TotalTime>246</TotalTime>
  <Words>130</Words>
  <Application>Microsoft Office PowerPoint</Application>
  <PresentationFormat>Personalizar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Roboto </vt:lpstr>
      <vt:lpstr>Roboto Black</vt:lpstr>
      <vt:lpstr>Roboto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Rafaela Abrao</dc:creator>
  <cp:lastModifiedBy>Felipe Mantuano</cp:lastModifiedBy>
  <cp:revision>5</cp:revision>
  <dcterms:created xsi:type="dcterms:W3CDTF">2025-09-01T19:18:16Z</dcterms:created>
  <dcterms:modified xsi:type="dcterms:W3CDTF">2026-04-28T17:08:58Z</dcterms:modified>
</cp:coreProperties>
</file>